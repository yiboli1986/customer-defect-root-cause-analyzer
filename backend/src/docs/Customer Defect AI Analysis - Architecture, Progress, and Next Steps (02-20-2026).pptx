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84CD-75CF-70B5-22B3-ADE4D24BC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BCADE-9D97-9DF1-1375-C35589F55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71128-8378-D5CB-DD1B-FB0E0805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712C5-32F9-0F0F-9A17-EBC958AC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DF53-FEF9-5327-56B6-67065146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8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681D-8142-F8B0-E5E5-C65265A57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B018A-3CE9-46EE-8AD5-15E738347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9DFC9-DFAE-C9A1-6256-9A74C3BB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6D51-4B58-B194-A83B-5E94C90A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A6D59-2A5C-8388-5598-B1A767BB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1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89FF-B0D5-A0FC-2A41-696BF02E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C813D-634F-5E15-C86E-12C04AAC8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F1C12-4406-8F6C-F2CB-AD9F6C59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5D2B0-DE0A-A0F0-D600-481EB703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0044F-407B-E21C-2FF8-8366B04E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0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98E8-1B7D-BD89-FB87-FA3BA1E5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EF7A-CD42-F518-AA48-82251379A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3093C-D310-D475-175D-AF25C61A5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DE29B-6ED0-82A9-826E-C1D025F0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6254C-6F3F-52DB-B827-4451C092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9A671-750E-39F2-AD10-23A499B7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0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7C29-BA9C-7832-06A5-12FEDCD7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22E0A-B825-5AC7-DA85-797FC05B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7D19B-D492-580B-E881-35CC2A398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80A9E-37C4-34E2-FF2F-A872302E3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59B4F-B764-8D1C-82A6-C0B3E93D8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2B38C-45B8-E64A-2258-D9CAE988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BD976-2EED-2A33-6EBD-CAE4ED6D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15A48-7D53-5BF8-9C2D-EF9C2F6A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5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2448-4C85-91AF-3E24-E435BB00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02FA1-3B17-766E-848A-3706913D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E361D-F8E0-7D73-A978-4AEF09157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1767B-2A74-990A-CF42-14BB7873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63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6173C-FF9B-DEDD-BB59-667DB4F3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1B32D-1624-E46A-C29C-4B8F10A7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AA4F3-CC1D-36EA-94D6-6B380BDE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0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0A54-70AA-99D0-974A-A120475C5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845B-B94F-F314-FD83-312761F8A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09BC6-9745-0C92-7A69-9E9983EE6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E4743-6277-91FA-00E2-8E673F95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D6E2C-81E3-AFE2-E1EC-14381EA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6794-AC01-514D-8EBF-0AAD9836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BDDB-A734-4946-1BD8-6386D166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E63D9-9369-E131-BB3B-AD2F5A523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E8A0F-B416-1597-1E7A-F0CCE2D27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FA00D-8549-9C68-C91B-FE452356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37545-C820-980B-EA62-23B549F2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F3D6B-5AE3-E910-2E8B-41D8F464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14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2204-221B-8BA1-ACB3-6BEF1C0F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707D6-FFBE-0BDB-A375-0F628697D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C6AC3-0174-F813-CD5E-8601894A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765A-60DB-6F1E-E283-11E656B7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0C421-9B10-DF10-EE56-F24C5FE8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2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CD2D5D-2BD6-4E6E-2643-BCB637991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01AC1-A80F-5E11-14CD-201A549EF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720BE-2081-227F-01A8-AAC4AB13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45C77-B55C-1569-2839-0BDD0E89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C3D3-845C-5D4B-82F9-A8BF8CB4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24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3049C-8201-7F80-7FEB-999F930E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30E49-24D4-2E7D-FF35-5DA95168C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8308-9163-3D29-740B-A7080DE5B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D2B8A-71A5-41EF-9710-66687F79115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4FF56-0E7A-CEDE-C05C-3E0AEABA1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7AF11-0346-FEFD-6F16-C56D3ECE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EB431-DA12-494D-B579-1B56F0E0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1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CBA7-E49A-CF8B-F625-ECB6018C8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800"/>
              </a:spcBef>
            </a:pPr>
            <a:r>
              <a:rPr lang="en-US" sz="5000" dirty="0"/>
              <a:t>Customer Defect AI Analysis: Architecture, Progress, and Next Steps</a:t>
            </a:r>
            <a:br>
              <a:rPr lang="en-US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48614-439A-296E-5184-77F0ED38FB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- Yibo Li</a:t>
            </a:r>
          </a:p>
          <a:p>
            <a:r>
              <a:rPr lang="en-US" dirty="0"/>
              <a:t>  02-20-2026</a:t>
            </a:r>
          </a:p>
        </p:txBody>
      </p:sp>
    </p:spTree>
    <p:extLst>
      <p:ext uri="{BB962C8B-B14F-4D97-AF65-F5344CB8AC3E}">
        <p14:creationId xmlns:p14="http://schemas.microsoft.com/office/powerpoint/2010/main" val="57145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9769-DD84-E6BE-EA73-0D2F2669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Architecture &amp;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20CFB5-33CA-0D8E-7A33-29BACA59AE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1593"/>
            <a:ext cx="10006584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Source: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customer-reported defects are collected and managed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DevOps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Preprocessing Layer</a:t>
            </a:r>
            <a:r>
              <a:rPr lang="en-US" altLang="en-US" sz="2000" dirty="0"/>
              <a:t>: 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 defect data is normalized and structured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JSON format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before being sent to the AI service.</a:t>
            </a:r>
          </a:p>
          <a:p>
            <a:pPr eaLnBrk="0" fontAlgn="base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 Analysis Layer</a:t>
            </a:r>
            <a:r>
              <a:rPr lang="en-US" altLang="en-US" sz="2000" dirty="0"/>
              <a:t>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AspenTech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Enterprise Copilot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accessed via API using structured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+ user prompts to generate root-cause analysis.</a:t>
            </a:r>
          </a:p>
          <a:p>
            <a:pPr eaLnBrk="0" fontAlgn="base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Execution &amp; Scalability</a:t>
            </a:r>
            <a:r>
              <a:rPr lang="en-US" altLang="en-US" sz="2000" dirty="0"/>
              <a:t>: 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efects are processed in batches with controlled request pacing to manage rate limits and ensure system stability.</a:t>
            </a:r>
          </a:p>
          <a:p>
            <a:pPr eaLnBrk="0" fontAlgn="base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 &amp; Review</a:t>
            </a:r>
            <a:r>
              <a:rPr lang="en-US" altLang="en-US" sz="2000" dirty="0"/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AI-generated results are reviewed by product teams and either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visualized in dashboards (e.g., Power BI) or written back to</a:t>
            </a:r>
            <a:r>
              <a:rPr lang="en-US" altLang="en-US" sz="2000" dirty="0"/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DevOps root-cause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fields to support defect closure.</a:t>
            </a:r>
          </a:p>
        </p:txBody>
      </p:sp>
    </p:spTree>
    <p:extLst>
      <p:ext uri="{BB962C8B-B14F-4D97-AF65-F5344CB8AC3E}">
        <p14:creationId xmlns:p14="http://schemas.microsoft.com/office/powerpoint/2010/main" val="1797916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8FD5-4564-8C83-FEB6-E22592D1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Status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A27A-4A22-0C40-5395-74F6B37CF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238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Current Status:</a:t>
            </a:r>
          </a:p>
          <a:p>
            <a:r>
              <a:rPr lang="en-US" sz="2000" dirty="0"/>
              <a:t>Completed a PoC to validate end-to-end execution for customer defects sourced from Azure DevOps.</a:t>
            </a:r>
          </a:p>
          <a:p>
            <a:r>
              <a:rPr lang="en-US" sz="2000" dirty="0"/>
              <a:t>Confirmed the script can successfully process individual defects and generate AI-assisted analysis.</a:t>
            </a:r>
          </a:p>
          <a:p>
            <a:pPr marL="0" indent="0">
              <a:buNone/>
            </a:pPr>
            <a:r>
              <a:rPr lang="en-US" sz="2000" b="1" dirty="0"/>
              <a:t>Next Step:</a:t>
            </a:r>
          </a:p>
          <a:p>
            <a:r>
              <a:rPr lang="en-US" sz="2000" i="1" dirty="0"/>
              <a:t>Standardize root cause taxonomy</a:t>
            </a:r>
            <a:r>
              <a:rPr lang="en-US" sz="2000" dirty="0"/>
              <a:t>:</a:t>
            </a:r>
            <a:r>
              <a:rPr lang="zh-CN" altLang="en-US" sz="2000" dirty="0"/>
              <a:t> </a:t>
            </a:r>
            <a:r>
              <a:rPr lang="en-US" sz="2000" dirty="0"/>
              <a:t>add root cause type and subtype based on LLM output (aligned with documentation guidelines).</a:t>
            </a:r>
          </a:p>
          <a:p>
            <a:r>
              <a:rPr lang="en-US" sz="2000" i="1" dirty="0"/>
              <a:t>Quality review &amp; prompt refinement</a:t>
            </a:r>
            <a:r>
              <a:rPr lang="en-US" sz="2000" dirty="0"/>
              <a:t>: continue reviewing LLM outputs with product teams to ensure accuracy and consistency.</a:t>
            </a:r>
          </a:p>
          <a:p>
            <a:r>
              <a:rPr lang="en-US" sz="2000" i="1" dirty="0"/>
              <a:t>Scalable &amp; safe execution</a:t>
            </a:r>
            <a:r>
              <a:rPr lang="en-US" sz="2000" dirty="0"/>
              <a:t>: design a robust mechanism to process thousands of defects sequentially, with safeguards for LLM failures and retries.</a:t>
            </a:r>
          </a:p>
          <a:p>
            <a:r>
              <a:rPr lang="en-US" sz="2000" i="1" dirty="0"/>
              <a:t>Integration &amp; reporting</a:t>
            </a:r>
            <a:r>
              <a:rPr lang="en-US" sz="2000" dirty="0"/>
              <a:t>: write root-cause results back to Azure DevOps to support defect closure and publish aggregated insights to dashboards.</a:t>
            </a:r>
          </a:p>
        </p:txBody>
      </p:sp>
    </p:spTree>
    <p:extLst>
      <p:ext uri="{BB962C8B-B14F-4D97-AF65-F5344CB8AC3E}">
        <p14:creationId xmlns:p14="http://schemas.microsoft.com/office/powerpoint/2010/main" val="167943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266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Customer Defect AI Analysis: Architecture, Progress, and Next Steps </vt:lpstr>
      <vt:lpstr>High-Level Architecture &amp; Workflow</vt:lpstr>
      <vt:lpstr>Project Status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Yibo [EMR/SYSS/AT/BED]</dc:creator>
  <cp:lastModifiedBy>Li, Yibo [EMR/SYSS/AT/BED]</cp:lastModifiedBy>
  <cp:revision>39</cp:revision>
  <dcterms:created xsi:type="dcterms:W3CDTF">2026-02-20T15:25:50Z</dcterms:created>
  <dcterms:modified xsi:type="dcterms:W3CDTF">2026-02-20T15:58:05Z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2026-02-20T15:32:17Z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ce8e9b20-5170-40cd-b4ae-9322d1fa0827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